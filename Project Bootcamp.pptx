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77AC93-8CEB-4831-9658-70875591FD2D}"/>
              </a:ext>
            </a:extLst>
          </p:cNvPr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EE7D0-913B-48AD-B82F-0E6B3078E7A2}"/>
              </a:ext>
            </a:extLst>
          </p:cNvPr>
          <p:cNvSpPr txBox="1"/>
          <p:nvPr/>
        </p:nvSpPr>
        <p:spPr>
          <a:xfrm>
            <a:off x="1228165" y="1703294"/>
            <a:ext cx="98791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Finance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Project: Bank loan of customers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Datasets: Finance_1.xlsx &amp; Finance_2.xlsx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Excel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Size: Each Excel file has 39k+ records</a:t>
            </a:r>
          </a:p>
        </p:txBody>
      </p:sp>
    </p:spTree>
    <p:extLst>
      <p:ext uri="{BB962C8B-B14F-4D97-AF65-F5344CB8AC3E}">
        <p14:creationId xmlns:p14="http://schemas.microsoft.com/office/powerpoint/2010/main" val="230953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525331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546847" y="1308847"/>
            <a:ext cx="112327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Year wise loan amount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Grade and sub grade wise revol_bal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Total Payment for Verified Status Vs Total Payment for Non Verified Status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State wise and month wise loan status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Home ownership Vs last payment date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990571"/>
              </p:ext>
            </p:extLst>
          </p:nvPr>
        </p:nvGraphicFramePr>
        <p:xfrm>
          <a:off x="1597957" y="1505704"/>
          <a:ext cx="8951410" cy="2222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3598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5127812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37373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r>
                        <a:rPr lang="en-IN" b="0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st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r>
                        <a:rPr lang="en-IN" sz="1800" b="0" kern="1200" baseline="30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nd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r>
                        <a:rPr lang="en-IN" sz="1800" b="0" kern="1200" baseline="30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rd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/My </a:t>
                      </a:r>
                      <a:r>
                        <a:rPr lang="en-IN" b="0" dirty="0" err="1">
                          <a:solidFill>
                            <a:schemeClr val="tx1"/>
                          </a:solidFill>
                          <a:latin typeface="+mj-lt"/>
                        </a:rPr>
                        <a:t>Sql</a:t>
                      </a:r>
                      <a:endParaRPr lang="en-IN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  <a:r>
                        <a:rPr lang="en-IN" sz="1800" b="0" kern="1200" baseline="30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th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 of KPI’s using Power BI /My </a:t>
                      </a:r>
                      <a:r>
                        <a:rPr lang="en-IN" sz="18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sql</a:t>
                      </a:r>
                      <a:endParaRPr lang="en-IN" sz="18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07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r>
                        <a:rPr lang="en-IN" b="0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th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3634B5E-D67D-4D2E-8864-3ACF0DEEB698}"/>
              </a:ext>
            </a:extLst>
          </p:cNvPr>
          <p:cNvSpPr/>
          <p:nvPr/>
        </p:nvSpPr>
        <p:spPr>
          <a:xfrm>
            <a:off x="5042647" y="197223"/>
            <a:ext cx="2106706" cy="573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IN" dirty="0"/>
              <a:t>Timelines</a:t>
            </a:r>
          </a:p>
        </p:txBody>
      </p:sp>
    </p:spTree>
    <p:extLst>
      <p:ext uri="{BB962C8B-B14F-4D97-AF65-F5344CB8AC3E}">
        <p14:creationId xmlns:p14="http://schemas.microsoft.com/office/powerpoint/2010/main" val="3594588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125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eez arif</cp:lastModifiedBy>
  <cp:revision>26</cp:revision>
  <dcterms:created xsi:type="dcterms:W3CDTF">2022-01-08T11:53:28Z</dcterms:created>
  <dcterms:modified xsi:type="dcterms:W3CDTF">2026-02-22T10:46:14Z</dcterms:modified>
</cp:coreProperties>
</file>